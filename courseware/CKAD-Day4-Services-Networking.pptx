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4  (½ 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 &amp;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Services · Service DNS · Ingress with TLS · NetworkPolicy  (CKAD Domain 5 — 20%)  +  Final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4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 far: design &amp; build (D1), deployment (D2), observability and config &amp; security (D3).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This morning — Domain 5 Services &amp; Networking (20%): how Pods are reached and isolated.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Services and DNS for stable in-cluster addressing; Ingress for HTTP/HTTPS; NetworkPolicy for isolation.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1:00 PM — mock-exam practice; the final written assessment starts at 2:00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Stable virtual IPs &amp; DNS for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Services?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 IPs are ephemeral — a Service gives a stable virtual IP and DNS name in front of matching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ClusterIP (default) is in-cluster only; NodePort opens a port on every node; LoadBalancer asks the cloud for an external IP.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Service finds its Pods by label selector; the matching set is tracked as EndpointSlices.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Empty Endpoints almost always means a selector/label mismatch — the most common Service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WAYS TO EXPOSE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a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ClusterIP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In-cluster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virtual IP + DNS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Default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NodePort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Port on every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30000–32767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Reachable from outside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LoadBalancer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Cloud external IP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Builds on NodePort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Service, public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SERVICES · ClusterIP · NodePort · LoadBalancer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Types — Reaching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ClusterIP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· in-cluster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Stable virtual IP + DNS; reachable only by other Pods.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NodePort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port 30000–32767 on every node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Opens the same port on all nodes → reachable from outside.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LoadBalancer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cloud provider LB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Provisions an external IP; builds on NodePort underneath.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Routing:  </a:t>
            </a:r>
            <a:r>
              <a:rPr sz="1200" b="0">
                <a:solidFill>
                  <a:srgbClr val="161B26"/>
                </a:solidFill>
                <a:latin typeface="Arial"/>
              </a:rPr>
              <a:t>selector → EndpointSlices → Pods.   Empty Endpoints = selector/label mismatch (the #1 Service bug).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Expose a Deployment as ClusterIP, NodePort and LoadBalancer, inspect EndpointSlices, then debug a selector mismatch.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expose · k patch · » ClusterIP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Backend Deployment + ClusterIP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--port=80 --target-port=80 --name=web-cip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web-cip | grep -E "IP:|Endpoints:"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NodePort (a port on every node)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--port=80 --target-port=80 --type=NodePort --name=web-np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PORT=$(k get svc web-np -o jsonpath='{.spec.ports[0].nodePort}')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-s http://localhost:$PORT | head -3   # 30000-32767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LoadBalancer + EndpointSlices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--port=80 --type=LoadBalancer --name=web-lb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endpointslices -l kubernetes.io/service-name=web-cip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Debug a selector mismatch (the #1 Service bug)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svc web-cip -p '{"spec":{"selector":{"app":"does-not-exist"}}}'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endpoints web-cip        # empty = no Pod matches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svc web-cip -p '{"spec":{"selector":{"app":"web"}}}'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svc web-cip lists three endpoint IPs, the NodePort serves the page on localhost:$PORT, and a bad selector empties the Endpoints until it is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CoreDNS resolves Services and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CLUSTER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Names, Not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CoreDNS gives every Service a name: &lt;service&gt;.&lt;namespace&gt;.svc.cluster.local.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Within the same namespace the short name resolves via the Pod's search list.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Cross-namespace you need at least &lt;service&gt;.&lt;namespace&gt;; the full FQDN always works.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headless Service (clusterIP: None) returns every Pod IP instead of a single virtual 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 DNS · CoreDNS resolves every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 Name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377440"/>
            <a:ext cx="23317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542032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377440"/>
            <a:ext cx="23317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5420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542032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377440"/>
            <a:ext cx="23317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5420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92608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542032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3774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2377440"/>
            <a:ext cx="2331720" cy="914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5420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cluster.local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926080"/>
            <a:ext cx="2331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cluster domain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703320"/>
            <a:ext cx="10058400" cy="1600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840480"/>
            <a:ext cx="9601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namespace → short name web resolves via the search list.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Cross-namespace → use at least web.app  (service.namespace).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ndots:5 → names with &lt;5 dots try the search list before an absolute lookup.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Headless Service (clusterIP: None) → DNS returns every Pod IP, not one VIP.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Resolve a Service by short name and FQDN, cross namespaces, read a Pod DNS record and /etc/resolv.conf, then a headless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-n · nslookup web · cat /etc/resolv.conf · » FQDN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Resolve from the same namespace (short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-n app run client --image=busybox --restart=Never -it --rm --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sh -c 'nslookup web; wget -qO- web | head -3'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Resolve from a different namespace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              # fails cross-namespace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web.app          # works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web.app.svc.cluster.local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Pod DNS record and resolv.conf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A-record: &lt;dashed-ip&gt;.&lt;namespace&gt;.pod.cluster.local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/etc/resolv.conf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search app.svc.cluster.local svc.cluster.local 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ndots:5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Headless Service returns all Pod 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-n app create service clusterip headless --clusterip="None" --tcp=80:80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headless.app    # returns every Pod IP, not one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nslookup web works in-namespace but needs web.app cross-namespace, and the headless Service resolves to all backing Pod 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Ingress &amp; TLS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Layer-7 HTTP/HTTPS routing into the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L7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Entry Point, Many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Ingress defines host- and path-based HTTP/HTTPS rules that forward to backend Services.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Ingress controller (e.g. ingress-nginx) must be running; ingressClassName selects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TLS terminates at the controller — tls.secretName points at a kubernetes.io/tls Secret.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pathType: Prefix matches a path and everything below it; Exact requires an exact match.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apiVersion is networking.k8s.io/v1 (extensions/v1beta1 was removed in 1.22).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INGRESS · host &amp; path rules → Services →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— L7 Routing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201168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61488"/>
            <a:ext cx="1792224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Client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HTTPS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demo.local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3063240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23317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331720"/>
            <a:ext cx="32918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441448"/>
            <a:ext cx="307238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Ingress (nginx)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ingressClassName: nginx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tls: demo-tls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/  → web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/v2 → v2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95160" y="2743200"/>
            <a:ext cx="731520" cy="3840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995160" y="3657600"/>
            <a:ext cx="731520" cy="3840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2468880"/>
            <a:ext cx="3611880" cy="7772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468880"/>
            <a:ext cx="36118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578608"/>
            <a:ext cx="3392424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web :5678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→ Pods (hello-ingress)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520440"/>
            <a:ext cx="3611880" cy="7772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3520440"/>
            <a:ext cx="36118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630168"/>
            <a:ext cx="3392424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v2 :5678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→ Pods (hello-v2)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apiVersion </a:t>
            </a:r>
            <a:r>
              <a:rPr sz="1300" b="1">
                <a:solidFill>
                  <a:srgbClr val="0B1220"/>
                </a:solidFill>
                <a:latin typeface="Arial"/>
              </a:rPr>
              <a:t>networking.k8s.io/v1</a:t>
            </a:r>
            <a:r>
              <a:rPr sz="1300" b="0">
                <a:solidFill>
                  <a:srgbClr val="5B6372"/>
                </a:solidFill>
                <a:latin typeface="Arial"/>
              </a:rPr>
              <a:t>. TLS terminates at the controller via </a:t>
            </a:r>
            <a:r>
              <a:rPr sz="1300" b="1">
                <a:solidFill>
                  <a:srgbClr val="161B26"/>
                </a:solidFill>
                <a:latin typeface="Arial"/>
              </a:rPr>
              <a:t>tls.secretName</a:t>
            </a:r>
            <a:r>
              <a:rPr sz="1300" b="0">
                <a:solidFill>
                  <a:srgbClr val="5B6372"/>
                </a:solidFill>
                <a:latin typeface="Arial"/>
              </a:rPr>
              <a:t>; pathType: Prefix matches a path and below.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INGRESS &amp; 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Ingress &amp; 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ingress-nginx, create a TLS Secret, write a host+TLS Ingress, test HTTPS, then add a path-based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networking.k8s.io/v1 · curl -k · » Ingress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Backend Service + TLS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--image=hashicorp/http-echo --replicas=2 -- -text=hello-ingress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--port=5678 --target-port=5678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Ingress with TLS and host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 {name: demo}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ingressClassName: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hosts: [demo.local]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demo-tls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host: demo.local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http: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paths: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path: 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pathType: Prefix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backend: {service: {name: web, port: {number: 5678}}}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Test HTTPS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-k --resolve demo.local:$HTTPS_PORT:127.0.0.1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https://demo.local:$HTTPS_PORT/        # hello-ingress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Add path-based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add a second rule: path /v2 -&gt; service v2:5678 (pathType: Prefix)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-k --resolve demo.local:$HTTPS_PORT:127.0.0.1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https://demo.local:$HTTPS_PORT/v2       # hello-v2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https://demo.local:$HTTPS_PORT/ returns hello-ingress over TLS, and the /v2 path returns hello-v2 after the second rule is added.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Allow-list Pod-to-Pod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Restrict the Default Open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By default every Pod can talk to every other Pod — NetworkPolicies allow-list specific traffic.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Default-deny: podSelector: {} with policyTypes:[Ingress] and no ingress rules blocks all inbound.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Allow by podSelector (Pods by label) or namespaceSelector (whole namespaces) in from/to.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Egress works the same way — the classic exam pattern is 'deny all egress except DNS (port 53)'.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Policies are additive: multiple policies combine with logical OR on their allow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NETWORKING · default-deny then selective allow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— Allow-List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30175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017520"/>
            <a:ext cx="26974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3127248"/>
            <a:ext cx="2478024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backend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app: backend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podSelector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86000"/>
            <a:ext cx="2743200" cy="9144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252374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7A3E"/>
                </a:solidFill>
                <a:latin typeface="Arial"/>
              </a:rPr>
              <a:t>client-ok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role: allowed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C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20"/>
            <a:ext cx="274320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041648"/>
            <a:ext cx="2523744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client-bad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role: blocked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11880" y="2697480"/>
            <a:ext cx="1051560" cy="457200"/>
          </a:xfrm>
          <a:prstGeom prst="rightArrow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331720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ALLOW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11880" y="4343400"/>
            <a:ext cx="1051560" cy="457200"/>
          </a:xfrm>
          <a:prstGeom prst="right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800600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BLOCKED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017520"/>
            <a:ext cx="28346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3017520"/>
            <a:ext cx="283464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3127248"/>
            <a:ext cx="2615184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egress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DNS (53) only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example.com blocked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43800" y="3429000"/>
            <a:ext cx="914400" cy="40233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Default-deny = </a:t>
            </a:r>
            <a:r>
              <a:rPr sz="1300" b="1">
                <a:solidFill>
                  <a:srgbClr val="0B1220"/>
                </a:solidFill>
                <a:latin typeface="Arial"/>
              </a:rPr>
              <a:t>podSelector: {} + policyTypes:[Ingress]</a:t>
            </a:r>
            <a:r>
              <a:rPr sz="1300" b="0">
                <a:solidFill>
                  <a:srgbClr val="5B6372"/>
                </a:solidFill>
                <a:latin typeface="Arial"/>
              </a:rPr>
              <a:t>. Allow by </a:t>
            </a:r>
            <a:r>
              <a:rPr sz="1300" b="1">
                <a:solidFill>
                  <a:srgbClr val="161B26"/>
                </a:solidFill>
                <a:latin typeface="Arial"/>
              </a:rPr>
              <a:t>podSelector / namespaceSelector</a:t>
            </a:r>
            <a:r>
              <a:rPr sz="1300" b="0">
                <a:solidFill>
                  <a:srgbClr val="5B6372"/>
                </a:solidFill>
                <a:latin typeface="Arial"/>
              </a:rPr>
              <a:t>. Policies are additive (OR).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NETWORKPOLICY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NetworkPolicy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default-deny ingress, a selective podSelector allow, an egress DNS-only lockdown, then a cross-namespace allow.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ingress: · » Default-deny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Default deny: block all ingress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Selective allow: only role=allowed reaches the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 {app: backend}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[Ingress]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matchLabels: {role: allowed}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{protocol: TCP, port: 5678}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Egress lockdown: allow DNS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{matchLabels: {role: blocked}}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[Egress]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namespaceSelector: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podSelector: {matchLabels: {k8s-app: kube-dns}}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 [{protocol: UDP, port: 53}, {protocol: TCP, port: 53}]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Cross-namespace allow (namespaceSelector)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namespaceSelector: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matchLabels: {purpose: trusted}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allow policy, client-ok (role=allowed) reaches the backend while client-bad stays blocked, proving the NetworkPolicy is enforced.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All five CKAD domains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Design &amp; build · Deployment · Observability · Config &amp; Security · Services &amp; Networking.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Mock-Exam Practice — from 1:00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Practise on killer.sh / Killercoda before the graded assessment · ask questions freely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Mock-Exam Practice (1:00 PM)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Warm-up before the graded assessment — work hands-on questions across all five domains.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Use killer.sh and Killercoda; rehearse the alias k, $do dry-run and kubectl explain workflow.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Time yourself and flag weak areas — the real CKAD is 2 hours, 100% hands-on.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Trainer is available for questions; the final assessment begins at 2:00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Final Assessment — from 2:00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Written / MCQ on the LMS · open book · covers all five domains and the hands-on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br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 — and good luck with the CKAD exam!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practising on killer.sh and Killercoda; the exam is 2 hours, 100% hands-on.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