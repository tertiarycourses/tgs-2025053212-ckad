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Deployments · Rollouts · Blue/Green &amp; Canary · Helm · Kustomize · Daemon/StatefulSet  (CKAD Domain 2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1): images, Pods, Jobs/CronJobs, multi-container Pods and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Today (Domain 2 — 20% of the exam): how applications are deployed, scaled and upgraded.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a single Pod to controllers that keep replicas running and roll out new versions safely.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Packaging with Helm and Kustomize, plus DaemonSets and StatefulSets for specialised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controller that keeps your Pods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DESIRED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Deployments?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bare Pod is not rescheduled if it dies — you need a controller to keep the desired count.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Deployment manages a ReplicaSet, which manages the Pods — a three-tier ownership chain.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scale changes the replica count; the ReplicaSet controller reconciles immediately.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ReplicaSets are kept for rollback (revisionHistoryLimit, default 10).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→ REPLICASET → POD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Ownership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You declare desired state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replicas + Pod template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Owns one active ReplicaSet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ReplicaSet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Keeps N Pods running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Hash-suffixed name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Self-heals deleted Pods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running workload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Recreated if it dies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Never edited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DEPLOYMENTS · THE OWNERSHIP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→ ReplicaSet →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6517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replicas: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image · strategy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desired state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20440" y="3108960"/>
            <a:ext cx="8686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42316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manages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68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468880"/>
            <a:ext cx="26517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243230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ReplicaSet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web-7d9f… (hash)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3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reconciles count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60" y="3108960"/>
            <a:ext cx="868680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423160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creates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60604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60604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74720"/>
            <a:ext cx="10515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474720"/>
            <a:ext cx="832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2452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3 identical Pods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kubectl scale changes the replica count; </a:t>
            </a:r>
            <a:r>
              <a:rPr sz="1300" b="1">
                <a:solidFill>
                  <a:srgbClr val="161B26"/>
                </a:solidFill>
                <a:latin typeface="Arial"/>
              </a:rPr>
              <a:t>set image / set env</a:t>
            </a:r>
            <a:r>
              <a:rPr sz="1300" b="0">
                <a:solidFill>
                  <a:srgbClr val="5B6372"/>
                </a:solidFill>
                <a:latin typeface="Arial"/>
              </a:rPr>
              <a:t> mutate the template and roll out a new ReplicaSet.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Deployment imperatively, scale it, generate YAML, inject env vars, then read its ReplicaSet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scale · k set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Deployment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deploy,rs,pod -l app=web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Scale up and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Deployment YAML and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api --image=httpd:2.4 --replicas=2 $do &gt; api.yaml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api.yaml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Inject an env var and observe ReplicaSet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deployment/api APP_COLOR=blue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app=api    # old RS 0/0/0, new RS 2/2/2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set env / set image mutate the Pod template and trigger a new ReplicaSet (a rolling update). Old ReplicaSets are kept for rollback — revisionHistoryLimit (default 10) controls how many.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deploy,rs,pod -l app=web shows one Deployment owning one ReplicaSet owning the Pods, and k get rs -l app=api shows two ReplicaSets after the env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Zero-downtime upgrades, one ReplicaSet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ZERO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Rolling Update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set image mutates the Pod template — this creates a new ReplicaSet and starts a rollout.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maxSurge = extra Pods allowed above desired; maxUnavailable = Pods allowed down — together they tune speed vs availability.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rollout status watches progress; rollout history lists every revision.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rollout pause batches several changes into one ReplicaSet; rollout undo reverts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ROLLING UPDATES · ZERO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 — One ReplicaSet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3774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267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ReplicaSet v1 (old)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nginx:1.24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scales 4 → 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drains as v2 ramps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11680"/>
            <a:ext cx="4297680" cy="23774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2121408"/>
            <a:ext cx="4078224" cy="2267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ReplicaSet v2 (new)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nginx:1.25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scales 0 → 4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takes over traffic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57800" y="2880360"/>
            <a:ext cx="1691640" cy="64008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659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kubectl set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5661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gradual swap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983480"/>
            <a:ext cx="5212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212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maxSurge: 1   ·   maxUnavailable: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speed vs availability trade-off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83480"/>
            <a:ext cx="5212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983480"/>
            <a:ext cx="5212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rollout: status · history · pause · undo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rollout undo reverts in one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ROLLING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Tune the rolling-update strategy, trigger an image update, inspect history, pause/resume, then roll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patch · k set · k rollout · » Pausing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the initial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--image=nginx:1.24 --replicas=4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Tune the rolling-update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deployment web -p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'{"spec":{"strategy":{"rollingUpdate":{"maxSurge":1,"maxUnavailable":1}}}}'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Trigger an image update and watch the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app=web        # old RS drains to 0, new RS ramps to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View history, pause, batch changes,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history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pause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deployment/web APP_ENV=production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resume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 --to-revision=1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Pausing batches multiple mutations into a single new ReplicaSet — one rollout, not two. rollout undo reverts to the previous (or a specified) revision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rollout history deployment/web lists each revision, and k rollout undo returns the Deployment to the prior image with zero downtime.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Blue/Green &amp; Canary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Release strategies built from Deployments +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SAFE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Beyond the Default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Blue/Green runs two complete versions; a Service selector switch flips 100% of traffic atomically.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Canary sends a small slice of traffic to the new version by running it at a low replica ratio.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Both are built from plain Deployments and Services using labels — no extra tooling for CKAD.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Rollback is instant: re-patch the selector (blue/green) or scale the canary back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STRATEGIES · TRAFFIC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vs Canary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Blue / Green — atomic 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42316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423160"/>
            <a:ext cx="211226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selector: version=green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703319"/>
            <a:ext cx="2011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blue (v1)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idle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703319"/>
            <a:ext cx="2011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green (v2)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LIVE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011680" y="3200400"/>
            <a:ext cx="329184" cy="457200"/>
          </a:xfrm>
          <a:prstGeom prst="down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89120" y="3200400"/>
            <a:ext cx="329184" cy="4572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patch selector → flip 100% (rollback = patch back)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Canary — split by replica ratio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42316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423160"/>
            <a:ext cx="211226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selector: app=web (broad)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703319"/>
            <a:ext cx="2011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9 replicas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≈ 90%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703319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3703319"/>
            <a:ext cx="201168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8" y="3813047"/>
            <a:ext cx="179222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canary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 replica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≈ 10%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498080" y="3200400"/>
            <a:ext cx="329184" cy="457200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875520" y="3200400"/>
            <a:ext cx="329184" cy="45720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029200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promote = scale canary up, stable down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Blue/Green flips </a:t>
            </a:r>
            <a:r>
              <a:rPr sz="1300" b="1">
                <a:solidFill>
                  <a:srgbClr val="161B26"/>
                </a:solidFill>
                <a:latin typeface="Arial"/>
              </a:rPr>
              <a:t>all traffic</a:t>
            </a:r>
            <a:r>
              <a:rPr sz="1300" b="0">
                <a:solidFill>
                  <a:srgbClr val="5B6372"/>
                </a:solidFill>
                <a:latin typeface="Arial"/>
              </a:rPr>
              <a:t> with a selector patch; canary shifts </a:t>
            </a:r>
            <a:r>
              <a:rPr sz="1300" b="1">
                <a:solidFill>
                  <a:srgbClr val="161B26"/>
                </a:solidFill>
                <a:latin typeface="Arial"/>
              </a:rPr>
              <a:t>a fraction</a:t>
            </a:r>
            <a:r>
              <a:rPr sz="1300" b="0">
                <a:solidFill>
                  <a:srgbClr val="5B6372"/>
                </a:solidFill>
                <a:latin typeface="Arial"/>
              </a:rPr>
              <a:t> by replica ratio behind one Service.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BLUE/GREEN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Blue/Green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blue (live) and green (idle), smoke-test green, flip the Service selector, then roll back with one patch.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GREEN_POD=$(k get · k patch · » Cutover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Deploy blue (current production) behind a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web-blue (labels app=web, version=blue) + Service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selector: {app: web, version: blue}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blue.yaml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Deploy green (next version, no live traffic yet)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web-green (labels app=web, version=green),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green.yaml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Smoke-test green directly before cutover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GREEN_POD=$(k get pod -l version=green -o jsonpath='{.items[0].metadata.name}')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$GREEN_POD -- curl -sI localhost:80 | head 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Flip the Service to green (atomic cutover)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'{"spec":{"selector":{"app":"web","version":"green"}}}'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 | grep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 instantly if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'{"spec":{"selector":{"app":"web","version":"blue"}}}'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Cutover and rollback are both a single kubectl patch service selector update — atomic, milliseconds, no Pod churn. Blue stays running as an instant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patch, k describe svc web | grep Selector shows version=green, and patching it back to version=blue restores the old version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CANARY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Canary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9-replica stable and 1-replica canary behind one Service, verify the ~10% split, then promote.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k run · k scale · »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Stable Deployment (90% of traffic)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web-stable: replicas 9, labels app=web,track=stable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web: selector {app: web}, port 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stable.yaml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Canary Deployment (10% of traffic)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web-canary: replicas 1, labels app=web,track=canary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canary.yaml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Verify the traffic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probe --image=busybox --restart=Never -it --rm -- sh -c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'for i in $(seq 1 30); do wget -qO- web:5678; done | sort | uniq -c'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~27 stable, ~3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Promote: scale up canary, retire 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web-canary --replicas=9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web-stable --replicas=0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probe loop returns roughly 90% stable and 10% canary, and after scaling, all traffic shifts to the canary version with no Service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Kubernetes package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PACKAGE &amp;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Charts, Releases &amp;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chart is a bundle of templated YAML; a release is one deployed instance of a chart.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Workflow: repo add → install → upgrade → rollback → uninstall.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--set overrides values at install/upgrade; --reuse-values keeps prior overrides.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helm history tracks every revision; helm get manifest shows what was actually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HELM · THE KUBERNETES PACKAGE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Chart, Release,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8437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templates/*.yaml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values.yaml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Chart.yaml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182112"/>
            <a:ext cx="731520" cy="40233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helm install --set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578608"/>
            <a:ext cx="28437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Release: 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 1 · rev 2 · rev 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helm history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182112"/>
            <a:ext cx="731520" cy="40233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renders &amp; applies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6888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46888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578608"/>
            <a:ext cx="28437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Kubernetes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Deployment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 · ConfigMap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6949440" y="4434840"/>
            <a:ext cx="914400" cy="384048"/>
          </a:xfrm>
          <a:prstGeom prst="lef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38912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helm rollback web 1  ·  helm upgrade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→ upgrade → rollback → uninstall. </a:t>
            </a:r>
            <a:r>
              <a:rPr sz="1300" b="0">
                <a:solidFill>
                  <a:srgbClr val="5B6372"/>
                </a:solidFill>
                <a:latin typeface="Arial"/>
              </a:rPr>
              <a:t>--set</a:t>
            </a:r>
            <a:r>
              <a:rPr sz="1300" b="0">
                <a:solidFill>
                  <a:srgbClr val="5B6372"/>
                </a:solidFill>
                <a:latin typeface="Arial"/>
              </a:rPr>
              <a:t> overrides values; </a:t>
            </a:r>
            <a:r>
              <a:rPr sz="1300" b="0">
                <a:solidFill>
                  <a:srgbClr val="5B6372"/>
                </a:solidFill>
                <a:latin typeface="Arial"/>
              </a:rPr>
              <a:t>--reuse-values</a:t>
            </a:r>
            <a:r>
              <a:rPr sz="1300" b="0">
                <a:solidFill>
                  <a:srgbClr val="5B6372"/>
                </a:solidFill>
                <a:latin typeface="Arial"/>
              </a:rPr>
              <a:t> keeps prior overrides.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a chart repo, install a release with overrides, inspect it, upgrade, roll back, then uninstall.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helm repo · helm install · helm get · helm upgrade · » `--reuse-values`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Add a chart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add bitnami https://charts.bitnami.com/bitnami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search repo bitnami/nginx | head 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Install a release with value overrides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install web bitnami/nginx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--set service.type=ClusterIP --set replicaCount=2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Inspect the generated manifests and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manifest web | head -40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values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Upgrade, then roll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upgrade web bitnami/nginx --set replicaCount=4 --reuse-values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history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rollback web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uninstall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--reuse-values preserves prior overrides while changing only the new one. helm history &lt;release&gt; tracks every revision; rollback creates a new revision rather than deleting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helm history web lists each revision with its status, and helm rollback web 1 returns the release to its first revision as a new history 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Kustomize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Environment overlays without templating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REUSE WITHOUT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+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Kustomize reuses one base set of manifests and layers environment-specific changes on 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namePrefix and commonLabels are applied to every resource in the overlay.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images block overrides image tags without editing the base files; patches do strategic merges.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Built into kubectl: kubectl apply -k and kubectl kustomize — no extra binary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KUSTOMIZE · REUSE WITHOUT TEMPLATING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— Base +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7432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74320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523744" cy="181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base/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deployment.yaml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service.yaml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kustomization.yaml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11880" y="3063240"/>
            <a:ext cx="868680" cy="45720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2926080" cy="19202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331720"/>
            <a:ext cx="2926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441448"/>
            <a:ext cx="2706624" cy="181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overlay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namePrefix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commonLabels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images (newTag)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patches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9520" y="3063240"/>
            <a:ext cx="8686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331720"/>
            <a:ext cx="2880360" cy="86868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2331720"/>
            <a:ext cx="2880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8" y="2441448"/>
            <a:ext cx="26609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dev-web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nginx:1.25 · ×1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3383280"/>
            <a:ext cx="2880360" cy="86868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3383280"/>
            <a:ext cx="28803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3493008"/>
            <a:ext cx="26609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prod-web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nginx:1.26 · ×5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43400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kubectl apply -k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</a:t>
            </a:r>
            <a:r>
              <a:rPr sz="1300" b="1">
                <a:solidFill>
                  <a:srgbClr val="161B26"/>
                </a:solidFill>
                <a:latin typeface="Arial"/>
              </a:rPr>
              <a:t>base</a:t>
            </a:r>
            <a:r>
              <a:rPr sz="1300" b="0">
                <a:solidFill>
                  <a:srgbClr val="5B6372"/>
                </a:solidFill>
                <a:latin typeface="Arial"/>
              </a:rPr>
              <a:t>, many </a:t>
            </a:r>
            <a:r>
              <a:rPr sz="1300" b="1">
                <a:solidFill>
                  <a:srgbClr val="161B26"/>
                </a:solidFill>
                <a:latin typeface="Arial"/>
              </a:rPr>
              <a:t>overlays</a:t>
            </a:r>
            <a:r>
              <a:rPr sz="1300" b="0">
                <a:solidFill>
                  <a:srgbClr val="5B6372"/>
                </a:solidFill>
                <a:latin typeface="Arial"/>
              </a:rPr>
              <a:t>. apply -k and kubectl kustomize are built into kubectl — no extra binary.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Kustomize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base, add dev and prod overlays (prefix, labels, image tag, replica patch), preview, then apply.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resources: · kubectl kustomize · » `namePrefix`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Base kustomization (shared by all environments)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base/kustomization.yaml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deployment.yaml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service.yaml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Dev overlay (name prefix + common label)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overlays/dev/kustomization.yaml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dev-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env: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Prod overlay (image bump + replica patch)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overlays/prod/kustomization.yaml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prod-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 {env: prod}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images: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newTag: "1.26"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patches: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path: replica-patch.yaml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Preview, then 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overlays/prod | grep -E "name:|replicas:|image:"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kustomize overlays/prod shows name prod-web, 5 replicas and nginx:1.26, while the dev overlay stays at 1 replica and nginx:1.25.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Node-wide agents &amp; stable-identity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DEPLOYMENT ISN'T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Specialised Controllers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DaemonSet runs exactly one Pod per matching node — log collectors, CNI agents, node exporters.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gives Pods stable names (db-0, db-1) and ordered, graceful start/stop.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needs a headless Service (clusterIP: None) for per-Pod DNS.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Scale-down always removes the highest ordinal first; scale-up adds the next in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WORKLOAD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Pick the Right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Stateless, interchangeable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Any number of replicas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Rolling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DaemonSet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Pod per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Node-level agents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Scales with the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StatefulSet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identity + storage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Ordered start/stop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Databases,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WORKLOAD CONTROLLERS · NODE-WIDE vs STABLE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 vs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DaemonSet — one Pod per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StatefulSet — ordered, stable names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headless Service (db)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clusterIP: None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db-0.db.svc.cluster.local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db-1.db.svc.cluster.local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db-2.db.svc.cluster.local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created db-0→db-2 · deleted db-2→db-0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DAEMON/STATEFULSET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DaemonSet on every node, then a StatefulSet with a headless Service, stable DNS and ordered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nslookup db-0.db.default.svc.cluster.local · » DaemonSet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DaemonSet on every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DaemonSet node-agent, image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ds.yaml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ds,pods -l app=node-agent -o wide   # DESIRED = node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Headless Service for the StatefulSet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db: clusterIP: None, selector app=db, port 5432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headless.yaml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StatefulSet with stable identities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StatefulSet db: serviceName db, replicas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sts/db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app=db        # db-0 → db-1 → db-2 in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Verify stable per-Pod DNS and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db-0.db.default.svc.cluster.local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--replicas=4    # adds db-3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--replicas=2    # removes db-3 then db-2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DaemonSet = one Pod per matching node. StatefulSet = stable names (db-0, db-1) and ordered start/stop; a headless Service (clusterIP: None) gives each Pod its own DNS. Scale-down always removes the highest ordinal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pods -l app=db shows db-0, db-1, db-2 created in order, and nslookup db-0.db.default.svc.cluster.local resolves to a single Pod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2 done — you can deploy, scale and upgrade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Observability and Configuration &amp; Security — probes, logging, ConfigMaps, Secrets, RBAC.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