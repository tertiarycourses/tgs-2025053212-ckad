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61B26"/>
                </a:solidFill>
                <a:latin typeface="Arial"/>
              </a:rPr>
              <a:t>Certified Kubernetes Application Developer (CKAD)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52628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TGS-2025053212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DAY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Observability + Config &amp;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Probes · Logging · Metrics · Debug · ConfigMaps · Secrets · SecurityContext · RBAC  (CKAD Domains 3 &amp; 4 — 40%)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76072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The trainer displays the digital attendance QR code from the SSG portal.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Scan the QR code with your phone camera and submit your attendance.</a:t>
            </a: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•  </a:t>
            </a:r>
            <a:r>
              <a:rPr sz="1600">
                <a:solidFill>
                  <a:srgbClr val="161B26"/>
                </a:solidFill>
                <a:latin typeface="Arial"/>
              </a:rPr>
              <a:t>A minimum of 75% attendance is required for assessment and funding.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182880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2148840"/>
            <a:ext cx="1005840" cy="10058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at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6936" y="2420416"/>
            <a:ext cx="462688" cy="462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8040" y="3337560"/>
            <a:ext cx="3840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Minimum 75%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EB"/>
                </a:solidFill>
                <a:latin typeface="Arial"/>
              </a:rPr>
              <a:t>attendance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DAY 3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&amp;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Yesterday (Domain 2): Deployments, rollouts, release strategies, Helm, Kustomize, Daemon/StatefulSet.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Morning — Domain 3 Observability (15%): probes, logging, metrics, debugging, API deprecations.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Afternoon — Domain 4 Configuration &amp; Security (25%): ConfigMaps, Secrets, securityContext, RBAC, quotas.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Together these two domains are 40% of the CKAD exam — the largest single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Observability &amp;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Probes · logging · metrics · debugging · API versions (15%)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Health Probes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liveness · readiness · startup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CONTAINER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 Probes, Three Jobs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livenessProbe — restarts the container when it has hung or deadlocked.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readinessProbe — removes the Pod from Service endpoints until it can serve traffic (no restart).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startupProbe — gives slow apps time to boot; it blocks the other two until it succeeds.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Each probe uses one handler: httpGet, tcpSocket or exec — pick by what the container exposes.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HEALTH CHECKS · startup · liveness ·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 Probes, Three Jobs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06527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109728" cy="10789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384048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startupProbe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runs first, exclusively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74920" y="2340864"/>
            <a:ext cx="640080" cy="329184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965960"/>
            <a:ext cx="53492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Holds off liveness/readiness; kills the container if the app never finishes starting.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4"/>
            <a:ext cx="106527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4"/>
            <a:ext cx="109728" cy="107899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163824"/>
            <a:ext cx="384048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livenessProbe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is the container alive?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74920" y="3538728"/>
            <a:ext cx="640080" cy="329184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3163824"/>
            <a:ext cx="53492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On failure → restart the container (fixes hangs / deadlocks).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361688"/>
            <a:ext cx="106527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361688"/>
            <a:ext cx="109728" cy="10789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361688"/>
            <a:ext cx="384048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readinessProbe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ready to serve traffic?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074920" y="4736592"/>
            <a:ext cx="640080" cy="329184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4361688"/>
            <a:ext cx="53492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On failure → remove the Pod from Service endpoints (no restart).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486400"/>
            <a:ext cx="10652760" cy="38404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486400"/>
            <a:ext cx="10149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Handlers:  </a:t>
            </a:r>
            <a:r>
              <a:rPr sz="1200" b="0">
                <a:solidFill>
                  <a:srgbClr val="161B26"/>
                </a:solidFill>
                <a:latin typeface="Arial"/>
              </a:rPr>
              <a:t>httpGet · tcpSocket · exec</a:t>
            </a:r>
            <a:r>
              <a:rPr sz="1200" b="1">
                <a:solidFill>
                  <a:srgbClr val="1F6FEB"/>
                </a:solidFill>
                <a:latin typeface="Arial"/>
              </a:rPr>
              <a:t>      Timing:  </a:t>
            </a:r>
            <a:r>
              <a:rPr sz="1200" b="0">
                <a:solidFill>
                  <a:srgbClr val="161B26"/>
                </a:solidFill>
                <a:latin typeface="Arial"/>
              </a:rPr>
              <a:t>initialDelaySeconds · periodSeconds · failureThreshold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PROBES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Liveness, Readiness &amp; Startup Probes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Probes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Kubernetes uses three probes to manage health: livenessProbe restarts a failed container, readinessProbe removes it from Service endpoints, startupProbe gives slow apps time to boot. CKAD tests all three handlers (httpGet, tcpSocket, exec) and timing.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Add HTTP readiness+liveness probes, trigger a liveness restart, add a TCP probe, then a startupProbe with exec.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readinessProbe: · k exec · startupProbe: · » Three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Liveness, Readiness &amp; Startup Probes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HTTP liveness + readiness probe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83337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83337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7419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readinessProbe: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httpGet: {path: /, port: 80}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initialDelaySeconds: 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periodSeconds: 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livenessProbe: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httpGet: {path: /, port: 80}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initialDelaySeconds: 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periodSeconds: 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failureThreshold: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919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Trigger a liveness failure (watch RESTARTS climb)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4759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4759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5399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exec web-probes -- rm /usr/share/nginx/html/index.html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sleep 35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 web-probes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Liveness, Readiness &amp; Startup Probes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TCP socket probe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readinessProbe: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tcpSocket: {port: 6379}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periodSeconds: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startupProbe for slow-starting apps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startupProbe: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exec: {command: ["cat", "/tmp/ready"]}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failureThreshold: 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periodSeconds: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Three handlers — httpGet, tcpSocket, exec. readinessProbe failure removes the Pod from Service endpoints without restarting it; livenessProbe failure restarts the container; startupProbe blocks the other two until the app is initialised.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Liveness, Readiness &amp; Startup Probes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Deleting the index page makes the liveness probe fail three times and the container restarts (RESTARTS increments), while the TCP and startup Pods reach READY 1/1.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Logging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kubectl logs — your first debugging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Reading Container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Logs are whatever the container writes to stdout/stderr; the kubelet captures and serves them.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--tail=N for recent lines; -f to stream live (like tail -f).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--previous reads the prior terminated container — the key to diagnosing CrashLoopBackOff.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-c &lt;container&gt; selects one container; -l &lt;selector&gt; aggregates logs across matching Pods.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LOGGING · stdout/stderr → kubelet → kubectl logs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Logs Come From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56032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560320"/>
            <a:ext cx="306324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70048"/>
            <a:ext cx="284378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Pod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 + sidecar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write to stdout/stderr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40480" y="322783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24942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captured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56032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560320"/>
            <a:ext cx="3063240" cy="9144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670048"/>
            <a:ext cx="284378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Node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container runtime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/var/log/pods/…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635240" y="322783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24942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kubelet serves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56032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2560320"/>
            <a:ext cx="306324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2670048"/>
            <a:ext cx="284378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kubectl logs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-c &lt;name&gt; · -l &lt;sel&gt;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--previous · -f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Logs are whatever the container prints to </a:t>
            </a:r>
            <a:r>
              <a:rPr sz="1300" b="1">
                <a:solidFill>
                  <a:srgbClr val="161B26"/>
                </a:solidFill>
                <a:latin typeface="Arial"/>
              </a:rPr>
              <a:t>stdout/stderr</a:t>
            </a:r>
            <a:r>
              <a:rPr sz="1300" b="0">
                <a:solidFill>
                  <a:srgbClr val="5B6372"/>
                </a:solidFill>
                <a:latin typeface="Arial"/>
              </a:rPr>
              <a:t>. Use </a:t>
            </a:r>
            <a:r>
              <a:rPr sz="1300" b="1">
                <a:solidFill>
                  <a:srgbClr val="161B26"/>
                </a:solidFill>
                <a:latin typeface="Arial"/>
              </a:rPr>
              <a:t>--previous</a:t>
            </a:r>
            <a:r>
              <a:rPr sz="1300" b="0">
                <a:solidFill>
                  <a:srgbClr val="5B6372"/>
                </a:solidFill>
                <a:latin typeface="Arial"/>
              </a:rPr>
              <a:t> for a crashed container.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LOGGING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Logging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Logging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kubectl logs is the first debugging tool on the exam. Read logs from single and multi-container Pods, follow a live stream, retrieve logs from a crashed container, and aggregate logs across a Deployment.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Read and tail logs, stream with -f, recover crash logs with --previous, then aggregate by container and label.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logs · » `--tail=N`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Logging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Read recent lines and follow a live stream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noisy --tail=10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-f noisy &amp;        # -f streams like tail -f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kill %1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Retrieve logs from a crashed container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crasher --previous | head -5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2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Multi-container Pod logs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60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60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8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multi -c app | head -3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multi -c sidecar | head -3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multi --all-containers=true --prefix=true | head -8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Logging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Aggregate logs across a Deployment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deployment/fleet --tail=3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-l app=fleet --prefix=true --tail=2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--tail=N for recent lines, -f to stream, --previous for crash loops, -c &lt;name&gt; for a specific container, -l &lt;selector&gt; to aggregate matching Pods. --prefix=true labels each line with [pod/container].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Container Logging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logs crasher --previous shows the message printed before the crash, and k logs -l app=fleet --prefix=true interleaves lines from all three Pods.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kubectl top &amp; the metrics-server add-on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MEASURE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Resource Usage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top shows live CPU and memory for nodes and Pods — it requires metrics-server.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metrics-server scrapes each kubelet's cAdvisor and serves the aggregated Metrics API.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Sort with --sort-by=cpu / --sort-by=memory; span all namespaces with -A.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On Killercoda's self-signed certs, patch the Deployment with --kubelet-insecure-tls.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METRICS · THE RESOURCE-USAGE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kubectl top Needs metrics-server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560320"/>
            <a:ext cx="211455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560320"/>
            <a:ext cx="2114550" cy="9144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70048"/>
            <a:ext cx="189509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kubelet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cAdvisor on each node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per-container CPU/mem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891790" y="322783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63190" y="224942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exposes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23310" y="2560320"/>
            <a:ext cx="2114550" cy="173736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23310" y="2560320"/>
            <a:ext cx="211455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3038" y="2670048"/>
            <a:ext cx="189509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metrics-server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scrapes kubelets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in-memory only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37860" y="322783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09260" y="224942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scrapes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69380" y="2560320"/>
            <a:ext cx="2114550" cy="1737360"/>
          </a:xfrm>
          <a:prstGeom prst="roundRect">
            <a:avLst>
              <a:gd name="adj" fmla="val 5000"/>
            </a:avLst>
          </a:prstGeom>
          <a:solidFill>
            <a:srgbClr val="F1EBF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69380" y="2560320"/>
            <a:ext cx="211455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9108" y="2670048"/>
            <a:ext cx="189509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Metrics API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metrics.k8s.io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aggregated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583930" y="322783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5330" y="224942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serves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15450" y="2560320"/>
            <a:ext cx="2114550" cy="173736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15450" y="2560320"/>
            <a:ext cx="211455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25178" y="2670048"/>
            <a:ext cx="189509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kubectl top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node · pod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--sort-by=cpu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No metrics-server = </a:t>
            </a:r>
            <a:r>
              <a:rPr sz="1300" b="1">
                <a:solidFill>
                  <a:srgbClr val="161B26"/>
                </a:solidFill>
                <a:latin typeface="Arial"/>
              </a:rPr>
              <a:t>kubectl top fails</a:t>
            </a:r>
            <a:r>
              <a:rPr sz="1300" b="0">
                <a:solidFill>
                  <a:srgbClr val="5B6372"/>
                </a:solidFill>
                <a:latin typeface="Arial"/>
              </a:rPr>
              <a:t>. On Killercoda add </a:t>
            </a:r>
            <a:r>
              <a:rPr sz="1300" b="1">
                <a:solidFill>
                  <a:srgbClr val="161B26"/>
                </a:solidFill>
                <a:latin typeface="Arial"/>
              </a:rPr>
              <a:t>--kubelet-insecure-tls</a:t>
            </a:r>
            <a:r>
              <a:rPr sz="1300" b="0">
                <a:solidFill>
                  <a:srgbClr val="5B6372"/>
                </a:solidFill>
                <a:latin typeface="Arial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kubectl top and Metrics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kubectl top shows real-time CPU and memory for nodes and Pods. It requires the metrics-server add-on. CKAD tests installing metrics-server, reading node/Pod metrics, and sorting by resource usage.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Install metrics-server, read node metrics, generate CPU load, then sort Pod metrics by CPU and memory.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apply · k top · k run · » `kubectl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kubectl top and Metrics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Install metrics-server (and trust kubelet certs on Killercoda)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apply -f https://github.com/kubernetes-sigs/metrics-server/releases/latest/download/components.yaml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kubectl patch -n kube-system deployment metrics-server --type=json -p='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[{"op":"add","path":"/spec/template/spec/containers/0/args/-","value":"--kubelet-insecure-tls"}]'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until kubectl top node 2&gt;/dev/null; do sleep 5;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Top nodes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top node        # CPU cores/% and memory bytes/% per node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Generate load, then top Pods sorted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2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2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20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cpu-burner --image=busybox -- sh -c 'while true; do :; done'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sleep 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top pod --sort-by=cpu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top pod --sort-by=memory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top pod -A --sort-by=cpu | head -10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kubectl top and Metrics Server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top needs metrics-server running. --kubelet-insecure-tls is required on Killercoda's self-signed certs. cpu-burner should top the CPU sort; -A spans all namespaces.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kubectl top and Metrics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After ~30s, k top node reports CPU/memory and k top pod --sort-by=cpu lists cpu-burner at the top of the usage ranking.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Diagnose and fix broken workloads under time pressure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Three Failures You Will See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ImagePullBackOff — wrong image name/tag; confirm in describe → Events, then fix and recreate.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CrashLoopBackOff — container exits non-zero; read kubectl logs --previous.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OOMKilled — exceeded the memory limit; raise resources.limits.memory.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get events --sort-by=.lastTimestamp and kubectl debug (ephemeral container) are your fast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DEBUGGING · symptom → tool →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Diagnose: Three Classic Failures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106527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109728" cy="10789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384048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DC2626"/>
                </a:solidFill>
                <a:latin typeface="Arial"/>
              </a:rPr>
              <a:t>ImagePullBackOff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wrong image name / tag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074920" y="2340864"/>
            <a:ext cx="640080" cy="329184"/>
          </a:xfrm>
          <a:prstGeom prst="rightArrow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1965960"/>
            <a:ext cx="53492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describe pod → 'Failed to pull'  →  fix the image and recreate.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4"/>
            <a:ext cx="106527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4"/>
            <a:ext cx="109728" cy="10789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163824"/>
            <a:ext cx="384048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CrashLoopBackOff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container exits non-zero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74920" y="3538728"/>
            <a:ext cx="640080" cy="329184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3163824"/>
            <a:ext cx="53492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kubectl logs --previous  →  fix the command / config.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361688"/>
            <a:ext cx="1065276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361688"/>
            <a:ext cx="109728" cy="107899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361688"/>
            <a:ext cx="384048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OOMKilled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exceeded memory limit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074920" y="4736592"/>
            <a:ext cx="640080" cy="329184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4361688"/>
            <a:ext cx="53492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describe → Reason: OOMKilled  →  raise resources.limits.memory.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486400"/>
            <a:ext cx="10652760" cy="384048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486400"/>
            <a:ext cx="10149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Fast triage:  </a:t>
            </a:r>
            <a:r>
              <a:rPr sz="1200" b="0">
                <a:solidFill>
                  <a:srgbClr val="161B26"/>
                </a:solidFill>
                <a:latin typeface="Arial"/>
              </a:rPr>
              <a:t>kubectl get events --sort-by=.lastTimestamp   ·   kubectl debug (ephemeral container for distroless)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DEBUGGING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Debugging Pods and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Debugging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CKAD regularly includes broken workloads you must diagnose and fix under time pressure. Identify and resolve ImagePullBackOff, CrashLoopBackOff and OOMKilled, and use kubectl debug for live triage.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Diagnose three classic failures with describe/logs/events, then inject an ephemeral debug container.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describe · k get · » ImagePullBackOff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Debugging Pods and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ImagePullBackOff (wrong image name)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describe pod typo | tail -15      # 'Failed to pull image'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delete pod typo --force --grace-period=0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typo --image=nginx:1.25       # corrected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CrashLoopBackOff (container exits non-zero)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describe pod crash | grep -A3 "Last State"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logs crash --previous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OOMKilled (exceeds memory limit)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describe pod hungry | grep -A4 "Last State"   # Reason: OOMKilled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fix: raise resources.limits.memory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Debugging Pods and Events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Cluster-wide events + ephemeral debug container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events -A --sort-by=.lastTimestamp | tail -20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events --field-selector type=Warning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debug crash -it --image=busybox --target=crash -- 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ImagePullBackOff → wrong image/tag. CrashLoopBackOff → use logs --previous. OOMKilled → raise the memory limit. kubectl debug injects an ephemeral container sharing the target's namespaces — vital for distroless images with no shell.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Debugging Pods and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describe reveals the correct failure reason for each Pod (ImagePullBackOff, CrashLoopBackOff, OOMKilled), and k debug opens a shell inside the running Pod.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API Deprecations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Find the right apiVersion with kubectl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STAY CURRENT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APIs Change — Know How to Look Them 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Old API versions are deprecated and eventually removed (e.g. extensions/v1beta1 Ingress, gone in 1.22).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api-resources shows the correct apiVersion for every resource in its APIVERSION column.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api-versions lists every version the cluster serves.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explain &lt;resource&gt;.&lt;field&gt; --recursive documents fields without leaving the terminal.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API DEPRECATIONS · read it from kubectl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Find the Right apiVersion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61264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9144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5760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Pod · Service · ConfigMap · Secret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995160" y="2066544"/>
            <a:ext cx="50292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35240" y="1920240"/>
            <a:ext cx="3794760" cy="566928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920240"/>
            <a:ext cx="347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220"/>
                </a:solidFill>
                <a:latin typeface="Arial"/>
              </a:rPr>
              <a:t>v1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596896"/>
            <a:ext cx="61264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596896"/>
            <a:ext cx="9144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596896"/>
            <a:ext cx="5760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Deployment · StatefulSet · DaemonSet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995160" y="2743200"/>
            <a:ext cx="502920" cy="274320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35240" y="2596896"/>
            <a:ext cx="3794760" cy="566928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2596896"/>
            <a:ext cx="347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220"/>
                </a:solidFill>
                <a:latin typeface="Arial"/>
              </a:rPr>
              <a:t>apps/v1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273552"/>
            <a:ext cx="61264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273552"/>
            <a:ext cx="91440" cy="5669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273552"/>
            <a:ext cx="5760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Job · CronJob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995160" y="3419856"/>
            <a:ext cx="502920" cy="274320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35240" y="3273552"/>
            <a:ext cx="3794760" cy="566928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3273552"/>
            <a:ext cx="347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220"/>
                </a:solidFill>
                <a:latin typeface="Arial"/>
              </a:rPr>
              <a:t>batch/v1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950208"/>
            <a:ext cx="61264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3950208"/>
            <a:ext cx="91440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3950208"/>
            <a:ext cx="5760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Ingress · NetworkPolicy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995160" y="4096512"/>
            <a:ext cx="50292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35240" y="3950208"/>
            <a:ext cx="3794760" cy="566928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18120" y="3950208"/>
            <a:ext cx="347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220"/>
                </a:solidFill>
                <a:latin typeface="Arial"/>
              </a:rPr>
              <a:t>networking.k8s.io/v1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626864"/>
            <a:ext cx="61264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626864"/>
            <a:ext cx="9144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626864"/>
            <a:ext cx="5760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Role · RoleBinding · ClusterRole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6995160" y="4773168"/>
            <a:ext cx="502920" cy="274320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635240" y="4626864"/>
            <a:ext cx="3794760" cy="566928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18120" y="4626864"/>
            <a:ext cx="3474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B1220"/>
                </a:solidFill>
                <a:latin typeface="Arial"/>
              </a:rPr>
              <a:t>rbac.authorization.k8s.io/v1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Read the </a:t>
            </a:r>
            <a:r>
              <a:rPr sz="1300" b="1">
                <a:solidFill>
                  <a:srgbClr val="161B26"/>
                </a:solidFill>
                <a:latin typeface="Arial"/>
              </a:rPr>
              <a:t>APIVERSION</a:t>
            </a:r>
            <a:r>
              <a:rPr sz="1300" b="0">
                <a:solidFill>
                  <a:srgbClr val="5B6372"/>
                </a:solidFill>
                <a:latin typeface="Arial"/>
              </a:rPr>
              <a:t> column of </a:t>
            </a:r>
            <a:r>
              <a:rPr sz="1300" b="1">
                <a:solidFill>
                  <a:srgbClr val="0B1220"/>
                </a:solidFill>
                <a:latin typeface="Arial"/>
              </a:rPr>
              <a:t>kubectl api-resources</a:t>
            </a:r>
            <a:r>
              <a:rPr sz="1300" b="0">
                <a:solidFill>
                  <a:srgbClr val="5B6372"/>
                </a:solidFill>
                <a:latin typeface="Arial"/>
              </a:rPr>
              <a:t>; explore fields with </a:t>
            </a:r>
            <a:r>
              <a:rPr sz="1300" b="1">
                <a:solidFill>
                  <a:srgbClr val="0B1220"/>
                </a:solidFill>
                <a:latin typeface="Arial"/>
              </a:rPr>
              <a:t>kubectl explain</a:t>
            </a:r>
            <a:r>
              <a:rPr sz="1300" b="0">
                <a:solidFill>
                  <a:srgbClr val="5B6372"/>
                </a:solidFill>
                <a:latin typeface="Arial"/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API VERSIONS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API Deprecations &amp; kubectl explain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API Deprecations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The Kubernetes API evolves — old versions are deprecated and removed. CKAD tests kubectl explain, api-resources and api-versions. You must find the correct apiVersion for any resource on exam day using only kubectl.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List resources and versions, explore schemas with explain, detect a removed API, and look up the current version.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api-resources · k explain · Pod/Service/ConfigMap/Secret/SA/Quota/LimitRange -&gt; · » `kubectl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API Deprecations &amp; kubectl explain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List resources, groups and served versions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api-resources --api-group=apps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api-resources --api-group=batch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api-versions | sort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Explore a schema with explain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explain deployment.spec.strategy.rollingUpdate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explain pod.spec.containers.resources --recursive | head 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Detect a removed API and find the replacement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extensions/v1beta1 Ingress was removed in 1.22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explain ingress --api-version=networking.k8s.io/v1 | head -10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api-resources | grep -i ingress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API Deprecations &amp; kubectl explain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Stable apiVersions to memorise (v1.35)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Pod/Service/ConfigMap/Secret/SA/Quota/LimitRange  -&gt; 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Deployment/StatefulSet/DaemonSet/ReplicaSet        -&gt; apps/v1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Job/CronJob                                        -&gt; batch/v1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Ingress/NetworkPolicy                              -&gt; networking.k8s.io/v1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Role/RoleBinding/ClusterRole(+Binding)             -&gt; rbac.authorization.k8s.io/v1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HorizontalPodAutoscaler                            -&gt; autoscaling/v2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29584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kubectl api-resources shows the correct apiVersion in its APIVERSION column — the exam-legal way to look it up. kubectl explain &lt;res&gt;.&lt;field&gt; documents fields without leaving the terminal.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API Deprecations &amp; kubectl explain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api-resources | grep -i ingress shows networking.k8s.io/v1, and k explain deployment.spec.strategy.rollingUpdate prints the maxSurge/maxUnavailable fields.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1 hour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DOMAIN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Configuration &amp;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ConfigMaps · Secrets · securityContext · ServiceAccounts · RBAC · quotas (25%)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ConfigMaps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Inject non-secret configuration into Pods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EXTERNAL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Decouple Config from Image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ConfigMap holds non-secret key/value data; create it with --from-literal, --from-file or --from-env-file.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Inject one key with configMapKeyRef, all keys with envFrom, or mount it as a file volume.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Volume-mounted ConfigMaps update live (~60s); env-var injections are fixed at Pod startup.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Keep config out of the image so the same image runs in every environment.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CONFIGMAPS · env · envFrom · volume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 Ways to Consume a ConfigMap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468880"/>
            <a:ext cx="274320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578608"/>
            <a:ext cx="2523744" cy="1719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ConfigMap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COLOR=blue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GREETING=hello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app.conf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920240"/>
            <a:ext cx="6309360" cy="384048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057400"/>
            <a:ext cx="6309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514600"/>
            <a:ext cx="44805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514600"/>
            <a:ext cx="426110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env (one key)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configMapKeyRef → $COLOR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212080" y="2743200"/>
            <a:ext cx="1417320" cy="310896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66560" y="3474720"/>
            <a:ext cx="44805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76288" y="3474720"/>
            <a:ext cx="426110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envFrom (all keys)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every key becomes an env var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212080" y="3703320"/>
            <a:ext cx="1417320" cy="310896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0" y="4434840"/>
            <a:ext cx="448056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76288" y="4434840"/>
            <a:ext cx="4261104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volume mount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key becomes a file in /etc/app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212080" y="4663440"/>
            <a:ext cx="1417320" cy="310896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Volume-mounted ConfigMaps </a:t>
            </a:r>
            <a:r>
              <a:rPr sz="1300" b="1">
                <a:solidFill>
                  <a:srgbClr val="161B26"/>
                </a:solidFill>
                <a:latin typeface="Arial"/>
              </a:rPr>
              <a:t>update live (~60s)</a:t>
            </a:r>
            <a:r>
              <a:rPr sz="1300" b="0">
                <a:solidFill>
                  <a:srgbClr val="5B6372"/>
                </a:solidFill>
                <a:latin typeface="Arial"/>
              </a:rPr>
              <a:t>; env-var injections are </a:t>
            </a:r>
            <a:r>
              <a:rPr sz="1300" b="1">
                <a:solidFill>
                  <a:srgbClr val="161B26"/>
                </a:solidFill>
                <a:latin typeface="Arial"/>
              </a:rPr>
              <a:t>fixed at Pod startup</a:t>
            </a:r>
            <a:r>
              <a:rPr sz="1300" b="0">
                <a:solidFill>
                  <a:srgbClr val="5B6372"/>
                </a:solidFill>
                <a:latin typeface="Arial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CONFIGMAPS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ConfigMaps — Env &amp; Volume Injection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ConfigMaps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ConfigMaps inject non-secret configuration into Pods. CKAD tests all three injection styles: a single env var (configMapKeyRef), bulk env vars (envFrom), and file-based volume mounts — and that only file mounts update live.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ConfigMaps three ways, inject one key, inject all keys with envFrom, mount as files, then update live.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env: · envFrom: · volumeMounts: · » Creation: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ConfigMaps — Env &amp; Volume Injection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Create ConfigMaps three ways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configmap app-cfg --from-literal=COLOR=blue --from-literal=GREETING=hello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configmap app-conf --from-file=app.conf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configmap app-env  --from-env-file=env.list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Inject a single key as an env var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env: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COLOR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valueFrom: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configMapKeyRef: {name: app-cfg, key: COLOR}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Inject all keys with envFrom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1431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1431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878324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envFrom: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configMapRef: {name: app-cfg}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configMapRef: {name: app-env}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ConfigMaps — Env &amp; Volume Injection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Mount a ConfigMap as a file volume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volumeMounts: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{name: cfg, mountPath: /etc/app}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cfg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configMap: {name: app-conf}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Creation: --from-literal, --from-file, --from-env-file. Consumption: configMapKeyRef (one key), envFrom (all keys), volume mount (file per key). Volume-mounted ConfigMaps update live (~60s); env-var injections are fixed at Pod startup and need a restart.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ConfigMaps — Env &amp; Volume Injection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single-key Pod logs COLOR=blue, the envFrom Pod shows all four variables, and the mounted ConfigMap appears as files under /etc/app.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Secrets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Sensitive configuration, guarded by RBAC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SENSITIVE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 vs ConfigMaps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Secrets work like ConfigMaps but values are base64-encoded and access is more tightly controlled.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Types: generic, tls (kubernetes.io/tls) and docker-registry (for imagePullSecrets).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Inject with envFrom: secretRef (all keys) or secretKeyRef (one key); mount with defaultMode: 0400.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Base64 is not encryption — restrict access with RBAC and enable encryption at rest.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SECRETS · base64, guarded by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 — Inject as Env or 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FDF3E0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468880"/>
            <a:ext cx="274320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578608"/>
            <a:ext cx="2523744" cy="1719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Secret (db-cred)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DB_USER (base64)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DB_PASS (base64)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type: Opaque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148840"/>
            <a:ext cx="6309360" cy="310896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286000"/>
            <a:ext cx="6309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Pod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743200"/>
            <a:ext cx="44805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743200"/>
            <a:ext cx="42611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env vars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envFrom: secretRef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$DB_USER / $DB_PASS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3794760"/>
            <a:ext cx="448056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3794760"/>
            <a:ext cx="42611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file volume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mountPath: /etc/sec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defaultMode: 0400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212080" y="3108960"/>
            <a:ext cx="1417320" cy="31089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5212080" y="4160520"/>
            <a:ext cx="1417320" cy="310896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Secrets are </a:t>
            </a:r>
            <a:r>
              <a:rPr sz="1300" b="1">
                <a:solidFill>
                  <a:srgbClr val="DC2626"/>
                </a:solidFill>
                <a:latin typeface="Arial"/>
              </a:rPr>
              <a:t>base64-encoded, not encrypted</a:t>
            </a:r>
            <a:r>
              <a:rPr sz="1300" b="0">
                <a:solidFill>
                  <a:srgbClr val="5B6372"/>
                </a:solidFill>
                <a:latin typeface="Arial"/>
              </a:rPr>
              <a:t> — restrict with RBAC. </a:t>
            </a:r>
            <a:r>
              <a:rPr sz="1300" b="1">
                <a:solidFill>
                  <a:srgbClr val="161B26"/>
                </a:solidFill>
                <a:latin typeface="Arial"/>
              </a:rPr>
              <a:t>defaultMode: 0400</a:t>
            </a:r>
            <a:r>
              <a:rPr sz="1300" b="0">
                <a:solidFill>
                  <a:srgbClr val="5B6372"/>
                </a:solidFill>
                <a:latin typeface="Arial"/>
              </a:rPr>
              <a:t> = owner read-only.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Secrets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Secrets are like ConfigMaps but base64-encoded with stricter access. CKAD tests generic, tls and docker-registry types, env-var injection, file mounts with defaultMode, and decoding values. Secrets are not encrypted — protect them with RBAC.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generic Secret, decode it, inject as env vars, mount with 0400 mode, then create tls and docker-registry Secrets.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envFrom: · volumes: · » Types: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Create a generic Secret and decode a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secret generic db-cred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--from-literal=DB_USER=admin --from-literal=DB_PASS=s3cr3t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secret db-cred -o jsonpath='{.data.DB_PASS}' | base64 -d; echo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Inject Secret keys as env vars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envFrom: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secretRef: {name: db-cred}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55363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Mount a Secret as files with restrictive mode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39411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39411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503419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volumes: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- name: 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secret: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secretName: db-cred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defaultMode: 0400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TLS and docker-registry Secrets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secret tls demo-tls --cert=tls.crt --key=tls.key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secret docker-registry myreg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--docker-server=registry.example.com --docker-username=u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--docker-password=p --docker-email=u@example.com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Types: generic, tls (kubernetes.io/tls), docker-registry. envFrom: secretRef injects all keys; secretKeyRef injects one. Reference a registry Secret via spec.imagePullSecrets. Base64 ≠ encryption — restrict with RBAC.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Secrets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base64 -d on .data.DB_PASS returns s3cr3t, the mounted Secret files are mode 0400, and the tls Secret reports type kubernetes.io/tls.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SecurityContext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Control container identity &amp; privileges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LEAST PRIVILEGE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Run Containers Safely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securityContext sets the user, group and privileges a container runs with.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Pod-level applies to all containers; container-level overrides one container.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runAsNonRoot: true blocks any image whose default user is root.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Hardened pattern: readOnlyRootFilesystem + capabilities.drop:[ALL] + allowPrivilegeEscalation:false.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SECURITY · identity &amp; privileges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securityContext — Pod vs Container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1828800"/>
            <a:ext cx="960120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975104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Pod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2423160"/>
            <a:ext cx="8869680" cy="91440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2423160"/>
            <a:ext cx="8321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Pod-level securityContext — applies to ALL containers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runAsUser · runAsGroup · fsGroup · runAsNonRoot: true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37360" y="3657600"/>
            <a:ext cx="42062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47088" y="3657600"/>
            <a:ext cx="398678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container A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inherits Pod context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657600"/>
            <a:ext cx="4206240" cy="137160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657600"/>
            <a:ext cx="420624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3767328"/>
            <a:ext cx="3986784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container B (override)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readOnlyRootFilesystem: true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capabilities.drop: [ALL]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allowPrivilegeEscalation: false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Pod-level sets defaults for all containers; </a:t>
            </a:r>
            <a:r>
              <a:rPr sz="1300" b="1">
                <a:solidFill>
                  <a:srgbClr val="161B26"/>
                </a:solidFill>
                <a:latin typeface="Arial"/>
              </a:rPr>
              <a:t>container-level overrides one</a:t>
            </a:r>
            <a:r>
              <a:rPr sz="1300" b="0">
                <a:solidFill>
                  <a:srgbClr val="5B6372"/>
                </a:solidFill>
                <a:latin typeface="Arial"/>
              </a:rPr>
              <a:t>. Hardened = nonRoot + read-only FS + drop ALL caps.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SECURITYCONTEXT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SecurityContext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securityContext controls the identity and privileges of containers. CKAD asks you to enforce non-root execution, a read-only root filesystem and dropped Linux capabilities — at Pod level (all containers) or container level (one override).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Run as a set user/group, enforce runAsNonRoot, lock the root filesystem, then drop all capabilities.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securityContext: · » Pod-level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Run as a specific user and group (Pod level)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8961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securityContext: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runAsUser: 1000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runAsGroup: 3000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fsGroup: 2000     # applies to volume mounts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Enforce runAsNonRoot (blocks root images)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3872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53872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60273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securityContext: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runAsNonRoot: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nginx runs as root -&gt; Pod refuses to start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3026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Read-only root filesystem (container level)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1431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81431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878324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securityContext: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readOnlyRootFilesystem: 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mount an emptyDir for any writable path (e.g. /tmp)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SecurityContext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Drop Linux capabilities (hardened container)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securityContext: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capabilities: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drop: ["ALL"]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add: ["NET_BIND_SERVICE"]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allowPrivilegeEscalation: 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Pod-level securityContext applies to all containers; container-level overrides one. The CKAD hardened pattern = runAsNonRoot: true + readOnlyRootFilesystem: true + capabilities.drop: [ALL] + allowPrivilegeEscalation: false.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SecurityContext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non-root Pod logs uid=1000 gid=3000, the runAsNonRoot nginx Pod refuses to start, and writes to the read-only root filesystem are rejected.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ServiceAccounts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The identity a Pod presents to the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WHO AM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Pod Identity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Every Pod runs as a ServiceAccount — the default one has minimal permissions.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spec.serviceAccountName attaches a dedicated ServiceAccount to a Pod.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token, CA cert and namespace are projected into /var/run/secrets/kubernetes.io/serviceaccount/.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automountServiceAccountToken: false enforces least privilege; kubectl create token mints short-lived tokens.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IDENTITY · how a Pod talks to the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ServiceAccount &amp; Projected Token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56032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560320"/>
            <a:ext cx="306324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670048"/>
            <a:ext cx="284378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Pod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serviceAccountName: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app-sa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40480" y="322783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24942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auto-mounted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56032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560320"/>
            <a:ext cx="306324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670048"/>
            <a:ext cx="284378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Projected token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token · ca.crt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namespace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635240" y="3227832"/>
            <a:ext cx="731520" cy="402336"/>
          </a:xfrm>
          <a:prstGeom prst="right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24942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Authorization: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56032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2560320"/>
            <a:ext cx="3063240" cy="9144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2670048"/>
            <a:ext cx="284378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API server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Bearer token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RBAC decides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07408"/>
            <a:ext cx="10652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/var/run/secrets/kubernetes.io/serviceaccount/   ·   automountServiceAccountToken: false to opt 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Every Pod runs as a ServiceAccount (</a:t>
            </a:r>
            <a:r>
              <a:rPr sz="1300" b="1">
                <a:solidFill>
                  <a:srgbClr val="161B26"/>
                </a:solidFill>
                <a:latin typeface="Arial"/>
              </a:rPr>
              <a:t>default</a:t>
            </a:r>
            <a:r>
              <a:rPr sz="1300" b="0">
                <a:solidFill>
                  <a:srgbClr val="5B6372"/>
                </a:solidFill>
                <a:latin typeface="Arial"/>
              </a:rPr>
              <a:t> if unset). No RBAC → the API returns </a:t>
            </a:r>
            <a:r>
              <a:rPr sz="1300" b="1">
                <a:solidFill>
                  <a:srgbClr val="DC2626"/>
                </a:solidFill>
                <a:latin typeface="Arial"/>
              </a:rPr>
              <a:t>403 Forbidden</a:t>
            </a:r>
            <a:r>
              <a:rPr sz="1300" b="0">
                <a:solidFill>
                  <a:srgbClr val="5B6372"/>
                </a:solidFill>
                <a:latin typeface="Arial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SERVICEACCOUNTS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ServiceAccounts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ServiceAccounts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Every Pod runs as a ServiceAccount; the default one has minimal RBAC. CKAD tests creating dedicated ServiceAccounts, attaching them to Pods, disabling the auto-mounted token, and requesting short-lived tokens with kubectl create token.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ServiceAccount, attach it to a Pod, inspect the projected token, disable auto-mount, then mint a token.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k exec · k patch · TOKEN=$(k create · » `spec.serviceAccountName`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ServiceAccounts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Create a ServiceAccount and attach it to a Pod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serviceaccount app-sa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Pod 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serviceAccountName: app-sa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 app -o jsonpath='{.spec.serviceAccountName}'; echo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Inspect the auto-mounted token inside the Pod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26179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726179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790187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exec app -- ls /var/run/secrets/kubernetes.io/serviceaccount/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Disable token auto-mount (least privilege)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626863"/>
            <a:ext cx="10652760" cy="33375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626863"/>
            <a:ext cx="82296" cy="33375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690871"/>
            <a:ext cx="10323576" cy="242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patch sa app-sa -p '{"automountServiceAccountToken": false}'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ServiceAccounts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Request a short-lived ad-hoc token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TOKEN=$(k create token app-sa --duration=1h)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echo $TOKEN | cut -c1-60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spec.serviceAccountName attaches a custom SA. Token, CA and namespace are projected under /var/run/secrets/kubernetes.io/serviceaccount/. automountServiceAccountToken: false enforces least privilege; kubectl create token replaces the old Secret-backed tokens (removed in 1.24+).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ServiceAccounts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get pod app -o jsonpath='{.spec.serviceAccountName}' returns app-sa, and kubectl create token app-sa prints a short-lived JWT.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Who can do what, on which resources, 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AUTHORIZATION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Role-Based Access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Role/ClusterRole lists allowed verbs (get, list, create, delete…) on resources.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A RoleBinding/ClusterRoleBinding ties that Role to a subject (ServiceAccount, user or group).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Role + RoleBinding = one namespace; ClusterRole + ClusterRoleBinding = cluster-wide.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ClusterRole + RoleBinding limits a cluster role's verbs to a single namespace.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Validate without logging in: kubectl auth can-i &lt;verb&gt; &lt;resource&gt; --as=&lt;identity&gt;.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AUTHORIZATION · who can do what, 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RBAC — Subject → Binding → Role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468880"/>
            <a:ext cx="3063240" cy="91440"/>
          </a:xfrm>
          <a:prstGeom prst="rect">
            <a:avLst/>
          </a:prstGeom>
          <a:solidFill>
            <a:srgbClr val="16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578608"/>
            <a:ext cx="284378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Subject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ServiceAccount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user / group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40480" y="3136392"/>
            <a:ext cx="731520" cy="402336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15798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bound by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46888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F1EBFD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468880"/>
            <a:ext cx="306324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578608"/>
            <a:ext cx="284378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RoleBinding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links subject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to a Role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635240" y="3136392"/>
            <a:ext cx="731520" cy="402336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157984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7C3AED"/>
                </a:solidFill>
                <a:latin typeface="Arial"/>
              </a:rPr>
              <a:t>grants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468880"/>
            <a:ext cx="3063240" cy="173736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2468880"/>
            <a:ext cx="306324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2578608"/>
            <a:ext cx="2843784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Role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verbs: get,list,watch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resources: pods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029200"/>
            <a:ext cx="52120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29200"/>
            <a:ext cx="5212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Role + RoleBinding</a:t>
            </a:r>
            <a:r>
              <a:rPr sz="1300" b="0">
                <a:solidFill>
                  <a:srgbClr val="5B6372"/>
                </a:solidFill>
                <a:latin typeface="Arial"/>
              </a:rPr>
              <a:t>  = one namespace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5029200"/>
            <a:ext cx="5212080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5029200"/>
            <a:ext cx="5212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ClusterRole + ClusterRoleBinding</a:t>
            </a:r>
            <a:r>
              <a:rPr sz="1300" b="0">
                <a:solidFill>
                  <a:srgbClr val="5B6372"/>
                </a:solidFill>
                <a:latin typeface="Arial"/>
              </a:rPr>
              <a:t>  = cluster-wide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RBAC — Roles &amp; RoleBindings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RBAC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RBAC controls who can do what on which resources. CKAD tests creating Roles, ClusterRoles, RoleBindings and ClusterRoleBindings imperatively, and validating with kubectl auth can-i --as. Know namespace- vs cluster-scope.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Create a Role + RoleBinding for a ServiceAccount, validate with can-i, then a ClusterRole bound two ways.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k create · k auth · » 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RBAC — Roles &amp; RoleBindings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Role: namespace-scoped permissions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role pod-reader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--verb=get,list,watch --resource=pods -n 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RoleBinding: link Role to a ServiceAccount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63823"/>
            <a:ext cx="10652760" cy="52120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63823"/>
            <a:ext cx="82296" cy="52120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227831"/>
            <a:ext cx="10323576" cy="4297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rolebinding viewer-binding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--role=pod-reader --serviceaccount=dev:viewer -n dev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6791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Validate with kubectl auth can-i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25195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5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431596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auth can-i list pods   -n dev     --as=system:serviceaccount:dev:viewer  # yes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auth can-i delete pods -n dev     --as=system:serviceaccount:dev:viewer  # no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auth can-i list pods   -n default --as=system:serviceaccount:dev:viewer  # 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RBAC — Roles &amp; RoleBindings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ClusterRole bound cluster-wide vs to one namespace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083563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083563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9921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clusterrole node-reader --verb=get,list --resource=nodes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clusterrolebinding nodes-binding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--clusterrole=node-reader --serviceaccount=dev:nodes-sa   # all namespaces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create rolebinding dev-node-reader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--clusterrole=node-reader --serviceaccount=dev:viewer -n dev  # only 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42131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Role + RoleBinding = namespace-scoped. ClusterRole + ClusterRoleBinding = cluster-wide. ClusterRole + RoleBinding = the cluster role's verbs limited to one namespace. kubectl auth can-i &lt;verb&gt; &lt;res&gt; --as=&lt;identity&gt; validates without logging 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RBAC — Roles &amp; RoleBindings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k auth can-i list pods -n dev --as=system:serviceaccount:dev:viewer returns yes while delete pods and cross-namespace list return 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Tea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0B981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Quotas &amp; Limits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14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Cap namespace usage &amp; per-container resources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008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Govern Resource Consumption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0704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ResourceQuota caps the aggregate resources a namespace can consume (pods, requests, limits).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LimitRange enforces per-container defaults, defaultRequests and maximums.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Without a LimitRange, Pods with no resource block are rejected in a quota-enforced namespace.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•  </a:t>
            </a:r>
            <a:r>
              <a:rPr sz="1900">
                <a:solidFill>
                  <a:srgbClr val="161B26"/>
                </a:solidFill>
                <a:latin typeface="Arial"/>
              </a:rPr>
              <a:t>kubectl describe quota shows Used vs Hard — the primary troubleshooting 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POLICY · namespace ceilings &amp; per-container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ResourceQuota vs LimitRange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80160" y="1828800"/>
            <a:ext cx="9601200" cy="3657600"/>
          </a:xfrm>
          <a:prstGeom prst="roundRect">
            <a:avLst>
              <a:gd name="adj" fmla="val 5000"/>
            </a:avLst>
          </a:prstGeom>
          <a:solidFill>
            <a:srgbClr val="F8FBFF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975104"/>
            <a:ext cx="54864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Namespace: team-a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2514600"/>
            <a:ext cx="4206240" cy="1280160"/>
          </a:xfrm>
          <a:prstGeom prst="roundRect">
            <a:avLst>
              <a:gd name="adj" fmla="val 5000"/>
            </a:avLst>
          </a:prstGeom>
          <a:solidFill>
            <a:srgbClr val="EAF1FE"/>
          </a:solidFill>
          <a:ln w="127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37360" y="2514600"/>
            <a:ext cx="4206240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47088" y="2624328"/>
            <a:ext cx="3986784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ResourceQuota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aggregate ceiling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pods: 5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requests/limits cpu+mem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514600"/>
            <a:ext cx="4206240" cy="128016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514600"/>
            <a:ext cx="4206240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2624328"/>
            <a:ext cx="3986784" cy="1170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LimitRange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per-container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default / defaultRequest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max ceiling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4023360"/>
            <a:ext cx="27432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47088" y="4023360"/>
            <a:ext cx="252374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Pod ✓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gets defaults injected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4023360"/>
            <a:ext cx="2743200" cy="868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27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4023360"/>
            <a:ext cx="252374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27A3E"/>
                </a:solidFill>
                <a:latin typeface="Arial"/>
              </a:rPr>
              <a:t>Pod ✓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within limits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4023360"/>
            <a:ext cx="2743200" cy="868680"/>
          </a:xfrm>
          <a:prstGeom prst="roundRect">
            <a:avLst>
              <a:gd name="adj" fmla="val 5000"/>
            </a:avLst>
          </a:prstGeom>
          <a:solidFill>
            <a:srgbClr val="FCE9E9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9248" y="4023360"/>
            <a:ext cx="252374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Pod ✗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6th pod / over max → rejected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943600"/>
            <a:ext cx="10652760" cy="50292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943600"/>
            <a:ext cx="10149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ResourceQuota caps </a:t>
            </a:r>
            <a:r>
              <a:rPr sz="1300" b="1">
                <a:solidFill>
                  <a:srgbClr val="161B26"/>
                </a:solidFill>
                <a:latin typeface="Arial"/>
              </a:rPr>
              <a:t>total namespace usage</a:t>
            </a:r>
            <a:r>
              <a:rPr sz="1300" b="0">
                <a:solidFill>
                  <a:srgbClr val="5B6372"/>
                </a:solidFill>
                <a:latin typeface="Arial"/>
              </a:rPr>
              <a:t>; LimitRange enforces </a:t>
            </a:r>
            <a:r>
              <a:rPr sz="1300" b="1">
                <a:solidFill>
                  <a:srgbClr val="161B26"/>
                </a:solidFill>
                <a:latin typeface="Arial"/>
              </a:rPr>
              <a:t>per-container defaults &amp; maxima</a:t>
            </a:r>
            <a:r>
              <a:rPr sz="1300" b="0">
                <a:solidFill>
                  <a:srgbClr val="5B6372"/>
                </a:solidFill>
                <a:latin typeface="Arial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DAY 3 · QUOTAS &amp;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ResourceQuota &amp; LimitRange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6916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91640"/>
            <a:ext cx="8778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Quotas &amp;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98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0">
                <a:solidFill>
                  <a:srgbClr val="161B26"/>
                </a:solidFill>
                <a:latin typeface="Arial"/>
              </a:rPr>
              <a:t>ResourceQuota caps the total resources used across a namespace; LimitRange enforces per-container defaults and maximums. CKAD tests both — write the YAML, apply them, and understand the rejection error messages.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069080"/>
            <a:ext cx="10698480" cy="178308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51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177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Apply a ResourceQuota and a LimitRange, watch defaults get injected, then violate the max and the quota.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Key commands:  </a:t>
            </a:r>
            <a:r>
              <a:rPr sz="1300" b="0">
                <a:solidFill>
                  <a:srgbClr val="5B6372"/>
                </a:solidFill>
                <a:latin typeface="Arial"/>
              </a:rPr>
              <a:t>spec: · k run · for i · » ResourceQuota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ResourceQuota &amp; LimitRange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1 — ResourceQuota: namespace-wide ceilings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1458467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1458467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13670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hard: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pods: "5"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requests.cpu: "1"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requests.memory: 1Gi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limits.cpu: "2"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limits.memory: 2Gi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17035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2 — LimitRange: per-container defaults and maximums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01083"/>
            <a:ext cx="10652760" cy="1271016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101083"/>
            <a:ext cx="82296" cy="1271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165091"/>
            <a:ext cx="10323576" cy="1179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spec: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limits: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- type: Container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default:        {cpu: 200m, memory: 256Mi}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defaultRequest: {cpu: 100m, memory: 128Mi}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    max:            {cpu: 500m, memory: 512Mi}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 · 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ResourceQuota &amp; LimitRange (cont.)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3 — Defaults injected; max enforced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75688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75688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139696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a --image=nginx:1.25 -n team-a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get pod a -n team-a -o jsonpath='{.spec.containers[0].resources}'; echo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# a container requesting cpu:1 is rejected: 'maximum cpu per Container is 500m'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672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Step 4 — Exceed the quota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51276"/>
            <a:ext cx="10652760" cy="708660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51276"/>
            <a:ext cx="82296" cy="7086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3415284"/>
            <a:ext cx="10323576" cy="6172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for i in 1 2 3 4; do k run quota-$i --image=nginx:1.25 -n team-a; done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run quota-5 --image=nginx:1.25 -n team-a   # 'exceeded quota: team-a-quota'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161B26"/>
                </a:solidFill>
                <a:latin typeface="Consolas"/>
              </a:rPr>
              <a:t>k describe quota team-a-quota -n team-a       # Used vs Hard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42816"/>
            <a:ext cx="10652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9E0B"/>
                </a:solidFill>
                <a:latin typeface="Arial"/>
              </a:rPr>
              <a:t>Note   </a:t>
            </a:r>
            <a:r>
              <a:rPr sz="1300" b="0">
                <a:solidFill>
                  <a:srgbClr val="5B6372"/>
                </a:solidFill>
                <a:latin typeface="Arial"/>
              </a:rPr>
              <a:t>ResourceQuota limits aggregate usage; exceeding it rejects new Pods. LimitRange enforces per-container min/max/defaults. Without a LimitRange, Pods with no resource block cannot be created in a quota-enforced namespace.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128016" cy="60350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 ·  TEST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49808"/>
            <a:ext cx="10972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ResourceQuota &amp; LimitRange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972800" cy="25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0698480" cy="2560320"/>
          </a:xfrm>
          <a:prstGeom prst="roundRect">
            <a:avLst>
              <a:gd name="adj" fmla="val 5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149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 Pod with no resource block gets requests/limits injected by the LimitRange, the 6th Pod is rejected with exceeded quota, and describe quota shows Used vs Hard.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0B981"/>
                </a:solidFill>
                <a:latin typeface="Arial"/>
              </a:rPr>
              <a:t>Killercoda:  </a:t>
            </a:r>
            <a:r>
              <a:rPr sz="1300" b="0">
                <a:solidFill>
                  <a:srgbClr val="5B6372"/>
                </a:solidFill>
                <a:latin typeface="Arial"/>
              </a:rPr>
              <a:t>https://killercoda.com/playgrounds/scenario/kubernetes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Day 3 done — you can observe, configure and secure applications.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389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Tomorrow (half day): Services &amp; Networking, then the final assessment.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Certified Kubernetes Application Developer (CKAD)  ·  TGS-2025053212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